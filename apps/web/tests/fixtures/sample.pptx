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for the PPTX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Velin PPTX attachment 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This text should be extracted by officeparser.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2026-10-21T05:35:30Z</dcterms:created>
  <dcterms:modified xsi:type="dcterms:W3CDTF">2026-10-21T05:35:30Z</dcterms:modified>
</cp:coreProperties>
</file>